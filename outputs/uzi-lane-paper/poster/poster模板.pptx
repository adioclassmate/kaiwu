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21599525" cy="32399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25" d="100"/>
          <a:sy n="25" d="100"/>
        </p:scale>
        <p:origin x="368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180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2765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5411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494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1834740"/>
            <a:ext cx="9137610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7942328"/>
            <a:ext cx="9182611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1834740"/>
            <a:ext cx="9182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4065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4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2282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3628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7827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7336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724962"/>
            <a:ext cx="4657398" cy="274568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724962"/>
            <a:ext cx="13702199" cy="274568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9527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7CDBC-6DDD-8E4B-B291-75E1164FEC08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DA55F-8BAA-6347-BE02-3806C2C701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7894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021FD-3383-751E-28F4-5304CC8A7D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D4A7D4-30C4-F7B7-7AE4-12881F5E9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图片 4" descr="形状&#10;&#10;中度可信度描述已自动生成">
            <a:extLst>
              <a:ext uri="{FF2B5EF4-FFF2-40B4-BE49-F238E27FC236}">
                <a16:creationId xmlns:a16="http://schemas.microsoft.com/office/drawing/2014/main" id="{85F2C7CD-D641-AD77-DC02-00B782104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21599525" cy="3239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88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0</Words>
  <Application>Microsoft Macintosh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bizhe bai</dc:creator>
  <cp:lastModifiedBy>bizhe bai</cp:lastModifiedBy>
  <cp:revision>1</cp:revision>
  <dcterms:created xsi:type="dcterms:W3CDTF">2025-05-27T02:41:39Z</dcterms:created>
  <dcterms:modified xsi:type="dcterms:W3CDTF">2025-05-27T02:54:51Z</dcterms:modified>
</cp:coreProperties>
</file>